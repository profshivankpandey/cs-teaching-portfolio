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5" d="100"/>
          <a:sy n="65" d="100"/>
        </p:scale>
        <p:origin x="-60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A8EC2-0B26-44AB-83B7-43E3BED9CD0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4FCB7-0BB4-44A1-99A2-C6B6D89B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20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D91A-A2EE-4B54-B3C6-F6C67903BA9C}" type="datetime1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0587" y="2942602"/>
            <a:ext cx="9530575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096869" y="2944634"/>
            <a:ext cx="1587131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283619" y="3136658"/>
            <a:ext cx="1213632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93978" y="3055622"/>
            <a:ext cx="9263793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435" y="4625268"/>
            <a:ext cx="1016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22429" y="4559277"/>
            <a:ext cx="9006888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18628" y="3139440"/>
            <a:ext cx="9014491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073" y="4648200"/>
            <a:ext cx="8737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6273" y="3227034"/>
            <a:ext cx="88392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7B8-0EC4-44C9-AFEF-25E144F11C06}" type="datetime1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47B5-C739-4DAE-AACD-CC58CA843AC4}" type="datetime1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02635" y="2946400"/>
            <a:ext cx="11020213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56875" y="3048000"/>
            <a:ext cx="10711733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941" y="3200400"/>
            <a:ext cx="102616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900661" y="4541521"/>
            <a:ext cx="1042416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1941" y="4607511"/>
            <a:ext cx="102616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1010" y="3124200"/>
            <a:ext cx="10423465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171" y="408373"/>
            <a:ext cx="11014229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171" y="1719071"/>
            <a:ext cx="53848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071"/>
            <a:ext cx="53848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AE48-94E6-46E0-BE32-5F0716DE9115}" type="datetime1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171" y="408373"/>
            <a:ext cx="11014229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171" y="1722438"/>
            <a:ext cx="5386917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171" y="2438400"/>
            <a:ext cx="5386917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22438"/>
            <a:ext cx="5389033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38400"/>
            <a:ext cx="5389033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C285-8BCE-48FC-97D9-E2837AF38351}" type="datetime1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D3E6-EF16-4488-94A4-211508FE4682}" type="datetime1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FB3B-20DA-4D0E-BF16-8262B7156612}" type="datetime1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685800"/>
            <a:ext cx="6096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3C2C-6BD0-40EC-8D8D-4D51F089C5EB}" type="datetime1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46712" y="1505712"/>
            <a:ext cx="3622088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2254" y="1642472"/>
            <a:ext cx="3311005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334" y="2971800"/>
            <a:ext cx="3064845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334" y="1734312"/>
            <a:ext cx="3064845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621437"/>
            <a:ext cx="103632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77F5C-EDA7-4864-9756-35769B0E62CF}" type="datetime1">
              <a:rPr lang="en-US" smtClean="0"/>
              <a:pPr/>
              <a:t>8/3/2026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4400" y="4953000"/>
            <a:ext cx="103632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6000" y="5029200"/>
            <a:ext cx="10134353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19200" y="5638800"/>
            <a:ext cx="9771352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07452" y="5074920"/>
            <a:ext cx="10594848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75052" y="5656557"/>
            <a:ext cx="9659648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05401"/>
            <a:ext cx="9771352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85C6-EBAF-49D5-AD4D-BABF4DFAAD59}" type="datetime1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148936" y="228600"/>
            <a:ext cx="247904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73634" y="351410"/>
            <a:ext cx="2229647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98103" y="395428"/>
            <a:ext cx="1980708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82296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04122-9A3A-4FD8-98B8-22631F32846C}" type="datetime1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1"/>
            <a:ext cx="109728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88B99C93-F56F-46AB-9EB8-53614A95B15F}" type="datetime1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65760" y="278166"/>
            <a:ext cx="1146048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7151" y="372862"/>
            <a:ext cx="11174027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8171" y="408373"/>
            <a:ext cx="11014229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2377440" cy="2377440"/>
          </a:xfrm>
          <a:prstGeom prst="ellipse">
            <a:avLst/>
          </a:prstGeom>
          <a:solidFill>
            <a:srgbClr val="25416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5" name="Image 0" descr="icons/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11407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Environment Setup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 to Ready-to-Code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Python, pick your editor, and get comfortable with the interactive shell—everything you need before writing your first program.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956569" y="5065192"/>
            <a:ext cx="8099882" cy="0"/>
          </a:xfrm>
          <a:prstGeom prst="line">
            <a:avLst/>
          </a:prstGeom>
          <a:noFill/>
          <a:ln w="31750">
            <a:solidFill>
              <a:srgbClr val="FFD43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5561303"/>
            <a:ext cx="5486400" cy="901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Shivank Pandey  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Department of CSE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RIMT, Bareilly</a:t>
            </a:r>
            <a:endParaRPr lang="en-US" sz="2000" b="1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to a working Python environment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3A5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6" name="Image 0" descr="icons/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38" y="229285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391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514600" y="202082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Python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514600" y="240487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install Python from the official source, and verify it from your terminal.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3A5F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566160"/>
            <a:ext cx="640080" cy="64008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2" name="Image 1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138" y="371017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4564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514600" y="34381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an Editor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514600" y="38221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VS Code or PyCharm — the two most popular choices for writing Python </a:t>
            </a:r>
            <a:r>
              <a:rPr lang="en-US" sz="1250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else you may opt any editor of your own choice.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70916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3A5F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4983480"/>
            <a:ext cx="640080" cy="64008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8" name="Image 2" descr="icons/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138" y="512749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8737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514600" y="48554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IDLE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514600" y="523951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hands-on with Python's built-in interactive shell to test code instantly.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up and running in under five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6420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installer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198424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python.org/downloads and grab the latest stable release for your OS (Windows, macOS, or Linux).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91540" y="2194560"/>
            <a:ext cx="0" cy="50292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6207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installer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71600" y="31546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Windows, check “Add Python to PATH” before clicking Install — this lets you run Python from any terminal.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" y="3364992"/>
            <a:ext cx="0" cy="50292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32504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32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0050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install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71600" y="43251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or command prompt and type:  python --version  (or python3 --version on macOS/Linux).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1540" y="4535424"/>
            <a:ext cx="0" cy="50292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202936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02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517550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pip is ready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371600" y="549554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ships with pip, its package manager. Check with:  pip --version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an Editor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and PyCharm are the two most popular choices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685800" cy="6858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6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800" y="2423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general-purpose editor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60120" y="306324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startup, low resource use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extension marketplace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multi-language projects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E3A5F"/>
          </a:solidFill>
          <a:ln/>
          <a:effectLst>
            <a:outerShdw blurRad="127000" dist="38100" dir="5400000" algn="bl" rotWithShape="0">
              <a:srgbClr val="1E3A5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965960"/>
            <a:ext cx="685800" cy="685800"/>
          </a:xfrm>
          <a:prstGeom prst="ellipse">
            <a:avLst/>
          </a:prstGeom>
          <a:solidFill>
            <a:srgbClr val="254161"/>
          </a:solidFill>
          <a:ln/>
        </p:spPr>
      </p:sp>
      <p:pic>
        <p:nvPicPr>
          <p:cNvPr id="12" name="Image 1" descr="icons/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545" y="212026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PyCharm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360920" y="2423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Python-only IDE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92240" y="306324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Community edition available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debugger &amp; test runner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code completion &amp; refactoring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larger Python-only projects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Interactive Shell (IDLE)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small snippets of code instantly, without saving a file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5" name="Image 0" descr="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" y="198310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IDLE?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is Python's built-in editor and interactive shell — it installs automatically with Python. The shell lets you type one line of code at a time and see the result immediately.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for: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experiments &amp; math checks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syntax step by step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small pieces of logic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B1B1B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96596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9"/>
          <p:cNvSpPr/>
          <p:nvPr/>
        </p:nvSpPr>
        <p:spPr>
          <a:xfrm>
            <a:off x="6656832" y="19659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0"/>
          <p:cNvSpPr/>
          <p:nvPr/>
        </p:nvSpPr>
        <p:spPr>
          <a:xfrm>
            <a:off x="6912864" y="196596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19202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Shell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92240" y="237744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5 + 7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name = "Ada"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print(f"Hi, {name}!")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Hi, Ada!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len("Python")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_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Checklist &amp; Fixes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everything works before moving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685800" cy="6858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6" name="Image 0" descr="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Checklist</a:t>
            </a:r>
            <a:endParaRPr lang="en-US" sz="1800" dirty="0"/>
          </a:p>
        </p:txBody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8803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8346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--version prints a version number</a:t>
            </a:r>
            <a:endParaRPr lang="en-US" sz="1250" dirty="0"/>
          </a:p>
        </p:txBody>
      </p:sp>
      <p:pic>
        <p:nvPicPr>
          <p:cNvPr id="10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44728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4015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--version runs without error</a:t>
            </a:r>
            <a:endParaRPr lang="en-US" sz="1250" dirty="0"/>
          </a:p>
        </p:txBody>
      </p:sp>
      <p:pic>
        <p:nvPicPr>
          <p:cNvPr id="12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14216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7320" y="396849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editor (VS Code / PyCharm) opens correctly</a:t>
            </a:r>
            <a:endParaRPr lang="en-US" sz="1250" dirty="0"/>
          </a:p>
        </p:txBody>
      </p:sp>
      <p:pic>
        <p:nvPicPr>
          <p:cNvPr id="14" name="Image 4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81144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17320" y="45354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.py file can be created and saved</a:t>
            </a:r>
            <a:endParaRPr lang="en-US" sz="1250" dirty="0"/>
          </a:p>
        </p:txBody>
      </p:sp>
      <p:pic>
        <p:nvPicPr>
          <p:cNvPr id="16" name="Image 5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148072"/>
            <a:ext cx="292608" cy="2926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17320" y="510235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launches and accepts commands at &gt;&gt;&gt;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E3A5F"/>
          </a:solidFill>
          <a:ln/>
          <a:effectLst>
            <a:outerShdw blurRad="127000" dist="38100" dir="5400000" algn="bl" rotWithShape="0">
              <a:srgbClr val="1E3A5F">
                <a:alpha val="10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6492240" y="1965960"/>
            <a:ext cx="685800" cy="685800"/>
          </a:xfrm>
          <a:prstGeom prst="ellipse">
            <a:avLst/>
          </a:prstGeom>
          <a:solidFill>
            <a:srgbClr val="254161"/>
          </a:solidFill>
          <a:ln/>
        </p:spPr>
      </p:sp>
      <p:pic>
        <p:nvPicPr>
          <p:cNvPr id="20" name="Image 6" descr="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545" y="2120265"/>
            <a:ext cx="377190" cy="37719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36092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Issues</a:t>
            </a:r>
            <a:endParaRPr lang="en-US" sz="1800" dirty="0"/>
          </a:p>
        </p:txBody>
      </p:sp>
      <p:sp>
        <p:nvSpPr>
          <p:cNvPr id="22" name="Text 13"/>
          <p:cNvSpPr/>
          <p:nvPr/>
        </p:nvSpPr>
        <p:spPr>
          <a:xfrm>
            <a:off x="6492240" y="2788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“python” not recognized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6492240" y="3063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installer and check “Add to PATH,” or use python3 instead.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6492240" y="35021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Python version runs</a:t>
            </a:r>
            <a:endParaRPr lang="en-US" sz="1250" dirty="0"/>
          </a:p>
        </p:txBody>
      </p:sp>
      <p:sp>
        <p:nvSpPr>
          <p:cNvPr id="25" name="Text 16"/>
          <p:cNvSpPr/>
          <p:nvPr/>
        </p:nvSpPr>
        <p:spPr>
          <a:xfrm>
            <a:off x="6492240" y="37764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installs can conflict — use py --version (Windows) to check which one runs.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6492240" y="42153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command not found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6492240" y="448970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python -m pip --version as an alternative invocation.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6492240" y="49286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doesn't detect Python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6492240" y="520293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Code/PyCharm, manually set the interpreter path in settings.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97280"/>
            <a:ext cx="1005840" cy="10058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" name="Image 0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1323594"/>
            <a:ext cx="553212" cy="5532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688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 to Code!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installed. Editor configured. IDLE tested.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822960" y="411480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411480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up: writing your first script — print("Hello, World!")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1872" y="5814221"/>
            <a:ext cx="3765576" cy="0"/>
          </a:xfrm>
          <a:prstGeom prst="line">
            <a:avLst/>
          </a:prstGeom>
          <a:noFill/>
          <a:ln w="31750">
            <a:solidFill>
              <a:srgbClr val="FFD4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62861"/>
            <a:ext cx="5486400" cy="901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Queries: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to: ershivank2012@gmail.com</a:t>
            </a:r>
            <a:endParaRPr lang="en-US" b="1" dirty="0"/>
          </a:p>
        </p:txBody>
      </p:sp>
    </p:spTree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6</TotalTime>
  <Words>555</Words>
  <Application>Microsoft Office PowerPoint</Application>
  <PresentationFormat>Custom</PresentationFormat>
  <Paragraphs>96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Apothecary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alok pandey</cp:lastModifiedBy>
  <cp:revision>4</cp:revision>
  <dcterms:created xsi:type="dcterms:W3CDTF">2026-08-03T03:07:11Z</dcterms:created>
  <dcterms:modified xsi:type="dcterms:W3CDTF">2026-08-03T03:20:09Z</dcterms:modified>
</cp:coreProperties>
</file>